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8404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12191695" cy="274320"/>
          </a:xfrm>
          <a:prstGeom prst="rect">
            <a:avLst/>
          </a:prstGeom>
          <a:solidFill>
            <a:srgbClr val="134E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MUNICIPALIDAD DE VIÑA DEL MAR · DIDECO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Diario de</a:t>
            </a:r>
            <a:endParaRPr lang="en-US" sz="44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Deportivos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Playas, piscinas municipales y gimnasios con piscina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sábado, 17 de octubre de 2026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Generado: 17 de octubre de 2026 a las 05:37 p. 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54864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577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6080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54864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5577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83280" y="6080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DEL DÍA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54864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5577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35040" y="6080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0" y="54864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557784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686800" y="60807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LUGARES MONITOREADOS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día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sábado, 17 de octubre de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109728" cy="16459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83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00584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TOTAL DEL DÍA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554480"/>
            <a:ext cx="109728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783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1772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REALIZADOS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55280" y="155448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554480"/>
            <a:ext cx="109728" cy="1645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7830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229600" y="2468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GLOBAL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4290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429000"/>
            <a:ext cx="109728" cy="16459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657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100584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 ACTIVOS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34290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3429000"/>
            <a:ext cx="109728" cy="1645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3657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61772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LUGARES MONITOREADOS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3429000"/>
            <a:ext cx="3383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955280" y="3429000"/>
            <a:ext cx="109728" cy="1645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36576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Alcanzada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229600" y="4343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META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consolidados del día · Información protegida (RUT enmascarados)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por colaborador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versus realizado del día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3200400"/>
                <a:gridCol w="914400"/>
                <a:gridCol w="1188720"/>
                <a:gridCol w="91440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Colaborador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Lugar asignado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00" marR="5486400" marT="0" marB="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4E4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capturados del día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0 registros · con fecha y hora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registros capturados el día de hoy.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Lugares asignados y protección de datos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6858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Asignaciones del día por colaborador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0"/>
            <a:ext cx="11247120" cy="1005840"/>
          </a:xfrm>
          <a:prstGeom prst="roundRect">
            <a:avLst>
              <a:gd name="adj" fmla="val 7273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Protección de datos y ciberseguridad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enmascarados · Validación de identidad (módulo 11) · Firma de integridad · Cabeceras HTTP de seguridad (CSP, HSTS, X-Frame-Options).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6217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Contacto: deportes.dideco@munivina.cl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Diario de Colaboradores Deportivos</dc:title>
  <dc:subject>Informe del día — sábado, 17 de octubre de 2026</dc:subject>
  <dc:creator>Municipalidad de Viña del Mar</dc:creator>
  <cp:lastModifiedBy>Municipalidad de Viña del Mar</cp:lastModifiedBy>
  <cp:revision>1</cp:revision>
  <dcterms:created xsi:type="dcterms:W3CDTF">2026-10-17T17:37:00Z</dcterms:created>
  <dcterms:modified xsi:type="dcterms:W3CDTF">2026-10-17T17:37:00Z</dcterms:modified>
</cp:coreProperties>
</file>