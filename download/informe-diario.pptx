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12191695" cy="27432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 DE VIÑA DEL MAR · DIDECO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Diario de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Deportivos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Playas, piscinas municipales y gimnasios con piscina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sábado, 17 de octubre de 2026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Generado: 17 de octubre de 2026 a las 03:04 a. 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4864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577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6080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54864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5577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6080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DEL DÍA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54864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5577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6080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0" y="54864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5577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86800" y="6080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LUGARES MONITOREADOS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día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sábado, 17 de octubre de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09728" cy="1645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TOTAL DEL DÍA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54480"/>
            <a:ext cx="109728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REALIZADOS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5544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554480"/>
            <a:ext cx="109728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783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GLOBAL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429000"/>
            <a:ext cx="109728" cy="1645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657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00584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ACTIVOS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4290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429000"/>
            <a:ext cx="109728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3657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61772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LUGARES MONITOREADOS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34290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3429000"/>
            <a:ext cx="109728" cy="16459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3657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22960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META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consolidados del día · Información protegida (RUT enmascarados)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por colaborador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versus realizado del día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3200400"/>
                <a:gridCol w="914400"/>
                <a:gridCol w="1188720"/>
                <a:gridCol w="91440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Lugar asignado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Pérez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El Sol, Playa 5to Sector Reñaca +3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Bajo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Javier Muñoz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Las Salinas, Playa 5to Sector Reñaca +3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Bajo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 González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Deporte, Playa Las Salinas +4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Bajo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Rodrigo Soto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El Sol, Playa Deporte +4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Bajo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capturados del día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registros · con fecha y hora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2377440"/>
                <a:gridCol w="2926080"/>
                <a:gridCol w="164592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Lugar asignado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01:22 p.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Sofía Cárdenas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 González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02:10 p.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Matías Roa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 Reñaca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Javier Muñoz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02:55 p.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Valentina Díaz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 Valparaíso (Barón)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Pérez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03:30 p.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Ignacio Tapia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Gimnasio Municipal Sausalito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Gimnasio c/ Piscina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Rodrigo Soto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04:05 p.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Francisca Vera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Deportivo Municipal Miraflores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Gimnasio c/ Piscina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 González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04:40 p.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Cristóbal Núñez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El 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Javier Muñoz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09:12 a.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Riquelme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El 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Pérez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09:48 a.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Pedro Fuentes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Deporte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Rodrigo Soto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a.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Camila Rojas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Las Salinas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 González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11:05 a.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Diego Bravo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5to Sector Reñaca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Javier Muñoz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11:40 a.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Lucía Mendez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Acapulco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Pérez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12:15 p. 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17-10-2026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Tomás Vidal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Caleta Abarca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Rodrigo Soto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Lugares asignados y protección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Asignaciones del día por colaborador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182880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Pérez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El 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Perú, Viña del Mar,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Pérez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5to Sector Reñaca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Reñaca, Viña del Mar,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Pérez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Acapulco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San Martín 800, Viña del Mar,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Pérez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 Reñaca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Borgoño 14.800, Reñaca, Viña del Mar,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Pérez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 Valparaíso (Barón)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España 2645, Valparaíso, Valparaíso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Javier Muñoz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Las Salinas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 Escuela de Armamento de la Marina, Viña del Mar,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Javier Muñoz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5to Sector Reñaca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Reñaca, Viña del Mar,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Javier Muñoz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Valparaíso 1015, Viña del Mar,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Javier Muñoz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 Reñaca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Municipal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Borgoño 14.800, Reñaca, Viña del Mar,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Javier Muñoz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Deportivo Municipal Miraflores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Gimnasio c/ Piscina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Santa Marina 1250, Viña del Mar, Viña del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36576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48640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Protección de datos y ciberseguridad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enmascarados · Validación de identidad (módulo 11) · Firma de integridad · Cabeceras HTTP de seguridad (CSP, HSTS, X-Frame-Options).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deportes.dideco@munivina.cl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Diario de Colaboradores Deportivos</dc:title>
  <dc:subject>Informe del día — sábado, 17 de octubre de 2026</dc:subject>
  <dc:creator>Municipalidad de Viña del Mar</dc:creator>
  <cp:lastModifiedBy>Municipalidad de Viña del Mar</cp:lastModifiedBy>
  <cp:revision>1</cp:revision>
  <dcterms:created xsi:type="dcterms:W3CDTF">2026-10-17T03:04:33Z</dcterms:created>
  <dcterms:modified xsi:type="dcterms:W3CDTF">2026-10-17T03:04:33Z</dcterms:modified>
</cp:coreProperties>
</file>